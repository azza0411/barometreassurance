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stack, in the order of the data flow. One: collection and extraction. Selenium, Requests and BeautifulSoup collect the data, pdfplumber and Tesseract OCR extract the tables from PDFs, including scanned and Arabic pages. Two: preparation and export. pandas cleans and reshapes, openpyxl produces the Excel files. Three: database and backend. MySQL stores the data, Flask serves the REST API, ReportLab generates PDF reports. Four: AI and machine learning. The Groq LLM answers questions and writes reports, Prophet and XGBoost forecast, SHAP explains each forecast. Five: frontend. React, Vite and ApexCharts for interactive dashboards. Six: deployment. I first used Docker, but our users are consultants, not IT people. I wanted the platform to work on any machine and to be launched by a non-technical person. Docker requires technical knowledge, so I replaced it with a standalone executable built with PyInstaller: one double-click does all the work. GitHub keeps the code versioned.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61288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372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2328" y="178308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7" name="Text 5"/>
          <p:cNvSpPr/>
          <p:nvPr/>
        </p:nvSpPr>
        <p:spPr>
          <a:xfrm>
            <a:off x="79232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5248" y="1764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Extraction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9760" y="23774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web scraping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19760" y="270662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BeautifulSoup4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fetch and parse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19760" y="303580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PDF table extraction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9760" y="33649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scanned and Arabic pages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1276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1368" y="178308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4136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4288" y="1764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Export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68800" y="23774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cleaning and reshaping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68800" y="270662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Excel handling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61808" y="160020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90408" y="178308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1" name="Text 19"/>
          <p:cNvSpPr/>
          <p:nvPr/>
        </p:nvSpPr>
        <p:spPr>
          <a:xfrm>
            <a:off x="829040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3328" y="17647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Backend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17840" y="237744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structured storage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17840" y="270662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REST API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317840" y="303580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PDF generation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372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2328" y="416052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28" name="Text 26"/>
          <p:cNvSpPr/>
          <p:nvPr/>
        </p:nvSpPr>
        <p:spPr>
          <a:xfrm>
            <a:off x="79232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95248" y="41422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9760" y="47548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answers and reports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19760" y="508406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+ XGBoost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forecasting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760" y="541324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explainability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1276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41368" y="416052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35" name="Text 33"/>
          <p:cNvSpPr/>
          <p:nvPr/>
        </p:nvSpPr>
        <p:spPr>
          <a:xfrm>
            <a:off x="454136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44288" y="41422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&amp; Visualization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568800" y="47548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UI library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68800" y="508406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build tool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68800" y="5413248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ApexCharts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data visualization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6180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33363F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90408" y="4160520"/>
            <a:ext cx="384048" cy="384048"/>
          </a:xfrm>
          <a:prstGeom prst="ellipse">
            <a:avLst/>
          </a:prstGeom>
          <a:solidFill>
            <a:srgbClr val="FFE600"/>
          </a:solidFill>
          <a:ln/>
        </p:spPr>
      </p:sp>
      <p:sp>
        <p:nvSpPr>
          <p:cNvPr id="42" name="Text 40"/>
          <p:cNvSpPr/>
          <p:nvPr/>
        </p:nvSpPr>
        <p:spPr>
          <a:xfrm>
            <a:off x="829040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793328" y="41422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Version Control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8317840" y="475488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one double-click executable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317840" y="5084064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pPr indent="0" marL="0">
              <a:buNone/>
            </a:pPr>
            <a:r>
              <a:rPr lang="en-US" sz="1150" dirty="0">
                <a:solidFill>
                  <a:srgbClr val="C7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code hosting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864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was used in an earlier phase; replaced by a standalone executable so that non-technical consultants can launch the platform with one double-click.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2026-09-20T18:01:46Z</dcterms:created>
  <dcterms:modified xsi:type="dcterms:W3CDTF">2026-09-20T18:01:46Z</dcterms:modified>
</cp:coreProperties>
</file>