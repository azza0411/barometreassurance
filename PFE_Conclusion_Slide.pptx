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conclude. We started from a simple observation: our market has plenty of data, but not enough usable data. What we built is a platform that turns scattered, unreliable PDF reports into a validated, traceable source of truth. What it changes is the job of the consultant: instead of collecting and checking numbers by hand, they explore, compare and ask, and trust the answer. And what it opens is a safe foundation for AI: generative explanations, forecasting and regulatory search, all built on data that has already been checked. So, coming back to where I started: on this platform, a figure is never just a number. It carries a source, a method and a meaning — and that is what actually lets someone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HP/Desktop/SCRAPING/docs/scratch/star/crops/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53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464" y="393192"/>
            <a:ext cx="374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27632" y="265176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92440" y="521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1481328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Conclusion  -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from a simple observation: the Tunisian insurance market has plenty of data, but not enough usable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514344" cy="18288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63240"/>
            <a:ext cx="3514344" cy="73152"/>
          </a:xfrm>
          <a:prstGeom prst="roundRect">
            <a:avLst/>
          </a:prstGeom>
          <a:solidFill>
            <a:srgbClr val="FFE6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337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77240" y="37947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turns scattered, unreliable PDF reports into a validated, traceable source of insurance KPIs.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7304" y="3063240"/>
            <a:ext cx="3514344" cy="18288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3063240"/>
            <a:ext cx="3514344" cy="73152"/>
          </a:xfrm>
          <a:prstGeom prst="roundRect">
            <a:avLst/>
          </a:prstGeom>
          <a:solidFill>
            <a:srgbClr val="FFE600"/>
          </a:solidFill>
          <a:ln/>
        </p:spPr>
      </p:sp>
      <p:sp>
        <p:nvSpPr>
          <p:cNvPr id="14" name="Text 11"/>
          <p:cNvSpPr/>
          <p:nvPr/>
        </p:nvSpPr>
        <p:spPr>
          <a:xfrm>
            <a:off x="4565904" y="3337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65904" y="37947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consultant no longer collects and checks numbers by hand — they explore, compare and ask, and get answers they can trust.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25968" y="3063240"/>
            <a:ext cx="3514344" cy="182880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25968" y="3063240"/>
            <a:ext cx="3514344" cy="73152"/>
          </a:xfrm>
          <a:prstGeom prst="roundRect">
            <a:avLst/>
          </a:prstGeom>
          <a:solidFill>
            <a:srgbClr val="FFE600"/>
          </a:solidFill>
          <a:ln/>
        </p:spPr>
      </p:sp>
      <p:sp>
        <p:nvSpPr>
          <p:cNvPr id="18" name="Text 15"/>
          <p:cNvSpPr/>
          <p:nvPr/>
        </p:nvSpPr>
        <p:spPr>
          <a:xfrm>
            <a:off x="8354568" y="3337560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opens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54568" y="3794760"/>
            <a:ext cx="3057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data foundation that generative AI, prediction and regulatory search can now be built on safely.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484B54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3766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end, a figure on this platform is never just a number.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a source, a method, and a meaning — which is what makes it something a consultant can actually decide 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2026-09-23T19:50:49Z</dcterms:created>
  <dcterms:modified xsi:type="dcterms:W3CDTF">2026-09-23T19:50:49Z</dcterms:modified>
</cp:coreProperties>
</file>