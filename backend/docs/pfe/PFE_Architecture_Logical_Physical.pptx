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slide, two views. The rows are the logical layers: presentation, application, processing, AI and storage. The outlined boxes show where each piece physically runs. Everything runs on the consultant's own Windows PC. The browser shows the React dashboards; it talks to one executable, in yellow, which runs as a single process with threads: the Flask API that also serves the interface, the background threads such as the 30-minute watcher, the scrapers and extractors, the forecasts and the chatbot. MySQL, installed through XAMPP and started by the user, is the only external prerequisite; the chatbot reads a read-only SQLite copy. Only two things leave the machine: the scrapers reach the seven public sources, and the chatbot calls the Groq API. That is why one double-click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Architecture — Logical &amp; Physical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822960"/>
          </a:xfrm>
          <a:prstGeom prst="roundRect">
            <a:avLst>
              <a:gd name="adj" fmla="val 5556"/>
            </a:avLst>
          </a:prstGeom>
          <a:solidFill>
            <a:srgbClr val="F5F5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83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11091672" cy="822960"/>
          </a:xfrm>
          <a:prstGeom prst="roundRect">
            <a:avLst>
              <a:gd name="adj" fmla="val 5556"/>
            </a:avLst>
          </a:prstGeom>
          <a:solidFill>
            <a:srgbClr val="F5F5F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66090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11091672" cy="822960"/>
          </a:xfrm>
          <a:prstGeom prst="roundRect">
            <a:avLst>
              <a:gd name="adj" fmla="val 5556"/>
            </a:avLst>
          </a:prstGeom>
          <a:solidFill>
            <a:srgbClr val="F5F5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5387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416552"/>
            <a:ext cx="11091672" cy="822960"/>
          </a:xfrm>
          <a:prstGeom prst="roundRect">
            <a:avLst>
              <a:gd name="adj" fmla="val 5556"/>
            </a:avLst>
          </a:prstGeom>
          <a:solidFill>
            <a:srgbClr val="F5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416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11091672" cy="822960"/>
          </a:xfrm>
          <a:prstGeom prst="roundRect">
            <a:avLst>
              <a:gd name="adj" fmla="val 5556"/>
            </a:avLst>
          </a:prstGeom>
          <a:solidFill>
            <a:srgbClr val="F5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529437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1554480"/>
            <a:ext cx="7909560" cy="4663440"/>
          </a:xfrm>
          <a:prstGeom prst="roundRect">
            <a:avLst>
              <a:gd name="adj" fmla="val 1176"/>
            </a:avLst>
          </a:prstGeom>
          <a:solidFill>
            <a:srgbClr val="FFFFFF">
              <a:alpha val="0"/>
            </a:srgbClr>
          </a:solidFill>
          <a:ln w="19050">
            <a:solidFill>
              <a:srgbClr val="B9BCC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423160" y="2633472"/>
            <a:ext cx="7543800" cy="2542032"/>
          </a:xfrm>
          <a:prstGeom prst="roundRect">
            <a:avLst>
              <a:gd name="adj" fmla="val 2158"/>
            </a:avLst>
          </a:prstGeom>
          <a:solidFill>
            <a:srgbClr val="FFFFFF">
              <a:alpha val="0"/>
            </a:srgbClr>
          </a:solidFill>
          <a:ln w="31750">
            <a:solidFill>
              <a:srgbClr val="FFE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3383280"/>
            <a:ext cx="1353312" cy="1810512"/>
          </a:xfrm>
          <a:prstGeom prst="roundRect">
            <a:avLst>
              <a:gd name="adj" fmla="val 4054"/>
            </a:avLst>
          </a:prstGeom>
          <a:solidFill>
            <a:srgbClr val="FFFFFF">
              <a:alpha val="0"/>
            </a:srgbClr>
          </a:solidFill>
          <a:ln w="19050">
            <a:solidFill>
              <a:srgbClr val="B9BCC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23160" y="1874520"/>
            <a:ext cx="7543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1874520"/>
            <a:ext cx="7324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dashboards · ApexCharts · http://localhost:8002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06040" y="2752344"/>
            <a:ext cx="7178040" cy="603504"/>
          </a:xfrm>
          <a:prstGeom prst="roundRect">
            <a:avLst>
              <a:gd name="adj" fmla="val 10606"/>
            </a:avLst>
          </a:prstGeom>
          <a:solidFill>
            <a:srgbClr val="33363F"/>
          </a:solidFill>
          <a:ln/>
        </p:spPr>
      </p:sp>
      <p:sp>
        <p:nvSpPr>
          <p:cNvPr id="21" name="Text 19"/>
          <p:cNvSpPr/>
          <p:nvPr/>
        </p:nvSpPr>
        <p:spPr>
          <a:xfrm>
            <a:off x="2715768" y="2752344"/>
            <a:ext cx="6958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· :8002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routes · KPI layer · quality · exports — also serves the built React UI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06040" y="3630168"/>
            <a:ext cx="3520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15768" y="3630168"/>
            <a:ext cx="3300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(30 min) · first-run scrape · backfill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630168"/>
            <a:ext cx="3520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630168"/>
            <a:ext cx="3300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 &amp; extractors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· pdfplumber · Tesseract · pandas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606040" y="4507992"/>
            <a:ext cx="3520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4507992"/>
            <a:ext cx="3300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XGBoost · SHAP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4507992"/>
            <a:ext cx="35204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4507992"/>
            <a:ext cx="3300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· :5001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Groq client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423160" y="5468112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33363F"/>
          </a:solidFill>
          <a:ln/>
        </p:spPr>
      </p:sp>
      <p:sp>
        <p:nvSpPr>
          <p:cNvPr id="31" name="Text 29"/>
          <p:cNvSpPr/>
          <p:nvPr/>
        </p:nvSpPr>
        <p:spPr>
          <a:xfrm>
            <a:off x="2532888" y="5468112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:3306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C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XAMPP, started by the user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60720" y="5468112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546811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mirror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for the chatbot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01000" y="5468112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0728" y="546811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KPI files, logs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0378440" y="3675888"/>
            <a:ext cx="117043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8168" y="3675888"/>
            <a:ext cx="950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378440" y="4425696"/>
            <a:ext cx="117043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88168" y="4425696"/>
            <a:ext cx="950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778240" y="2478024"/>
            <a:ext cx="9144" cy="256032"/>
          </a:xfrm>
          <a:prstGeom prst="line">
            <a:avLst/>
          </a:prstGeom>
          <a:noFill/>
          <a:ln w="22225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869680" y="25054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23360" y="5175504"/>
            <a:ext cx="9144" cy="274320"/>
          </a:xfrm>
          <a:prstGeom prst="line">
            <a:avLst/>
          </a:prstGeom>
          <a:noFill/>
          <a:ln w="22225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114800" y="5230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58000" y="5175504"/>
            <a:ext cx="9144" cy="274320"/>
          </a:xfrm>
          <a:prstGeom prst="line">
            <a:avLst/>
          </a:prstGeom>
          <a:noFill/>
          <a:ln w="22225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6949440" y="5230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61120" y="5175504"/>
            <a:ext cx="9144" cy="274320"/>
          </a:xfrm>
          <a:prstGeom prst="line">
            <a:avLst/>
          </a:prstGeom>
          <a:noFill/>
          <a:ln w="22225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905256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985248" y="3931920"/>
            <a:ext cx="374904" cy="9144"/>
          </a:xfrm>
          <a:prstGeom prst="line">
            <a:avLst/>
          </a:prstGeom>
          <a:noFill/>
          <a:ln w="22225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85248" y="4809744"/>
            <a:ext cx="374904" cy="9144"/>
          </a:xfrm>
          <a:prstGeom prst="line">
            <a:avLst/>
          </a:prstGeom>
          <a:noFill/>
          <a:ln w="22225">
            <a:solidFill>
              <a:srgbClr val="B9BCC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514600" y="143560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BC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14600" y="1435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Consultant's Windows PC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606040" y="2514600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FFE600"/>
          </a:solidFill>
          <a:ln/>
        </p:spPr>
      </p:sp>
      <p:sp>
        <p:nvSpPr>
          <p:cNvPr id="53" name="Text 51"/>
          <p:cNvSpPr/>
          <p:nvPr/>
        </p:nvSpPr>
        <p:spPr>
          <a:xfrm>
            <a:off x="2606040" y="2514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FSMarketIntelligence.exe · one process, threads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287000" y="34290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63093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logical layers  ·  Outlined boxes = physical nodes  ·  Yellow = the single executable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2026-09-20T20:40:50Z</dcterms:created>
  <dcterms:modified xsi:type="dcterms:W3CDTF">2026-09-20T20:40:50Z</dcterms:modified>
</cp:coreProperties>
</file>