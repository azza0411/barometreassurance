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conclude, in one sentence: raw data has no value by itself. What this project did is give it one — a source, so every figure can be traced back to its document; a method, so every figure is extracted, checked and validated the same way; and a meaning, so a consultant can actually read it and decide. That is the whole project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Desktop/SCRAPING/docs/scratch/star/crops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53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" y="393192"/>
            <a:ext cx="374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27632" y="265176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perspectives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92440" y="521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Conclusion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367528" y="2788920"/>
            <a:ext cx="1463040" cy="0"/>
          </a:xfrm>
          <a:prstGeom prst="line">
            <a:avLst/>
          </a:prstGeom>
          <a:noFill/>
          <a:ln w="38100">
            <a:solidFill>
              <a:srgbClr val="FFE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0632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has no value.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gave it one: a source, a method, and a meaning.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67528" y="4709160"/>
            <a:ext cx="1463040" cy="0"/>
          </a:xfrm>
          <a:prstGeom prst="line">
            <a:avLst/>
          </a:prstGeom>
          <a:noFill/>
          <a:ln w="38100">
            <a:solidFill>
              <a:srgbClr val="FFE6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2026-09-23T19:53:32Z</dcterms:created>
  <dcterms:modified xsi:type="dcterms:W3CDTF">2026-09-23T19:53:32Z</dcterms:modified>
</cp:coreProperties>
</file>