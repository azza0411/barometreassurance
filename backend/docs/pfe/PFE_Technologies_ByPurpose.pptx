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listing tools, I grouped them by purpose, and each group is tagged with the CRISP-DM phase it serves. Acquire data: Selenium automates the CMF portal, Requests and BeautifulSoup fetch and parse pages, and Python glues the pipeline together. Prepare data: pdfplumber reads the PDF tables, Tesseract OCR handles scanned and Arabic pages, pandas cleans and reshapes, and openpyxl produces the Excel files. Analyze and predict: the Groq LLM answers questions and writes reports, Prophet and XGBoost forecast, and SHAP explains each forecast. Then three groups for deployment: store and serve with MySQL and Flask, present with React and ApexCharts, and ship with PyInstaller and GitHub. So every tool has one clear job, and every group maps to a phase of the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Tools, Grouped by Purpose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372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9760" y="1764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12568" y="1819656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2712568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9760" y="2313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automates the CMF portal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9760" y="2660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fetch and parse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9760" y="30083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glue of the pipeline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276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8800" y="1764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61608" y="1819656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61608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68800" y="2313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reads PDF tables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68800" y="2660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scanned and Arabic pages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68800" y="30083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cleans and reshapes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68800" y="3355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Excel files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180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7840" y="1764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&amp; predict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10648" y="1819656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10648" y="1819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17840" y="2313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answers and reports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17840" y="2660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forecasts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17840" y="30083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explains each forecast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372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9760" y="4142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&amp; serve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12568" y="4197096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30" name="Text 28"/>
          <p:cNvSpPr/>
          <p:nvPr/>
        </p:nvSpPr>
        <p:spPr>
          <a:xfrm>
            <a:off x="2712568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9760" y="4690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structured storage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760" y="5038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REST API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9760" y="53858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PDF reports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1276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68800" y="4142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1608" y="4197096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61608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68800" y="4690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user interface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68800" y="5038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fast build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68800" y="53858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ApexCharts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interactive charts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6180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317840" y="4142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210648" y="4197096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</p:sp>
      <p:sp>
        <p:nvSpPr>
          <p:cNvPr id="44" name="Text 42"/>
          <p:cNvSpPr/>
          <p:nvPr/>
        </p:nvSpPr>
        <p:spPr>
          <a:xfrm>
            <a:off x="10210648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317840" y="4690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one standalone executable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317840" y="5038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versioned code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2026-09-20T17:22:49Z</dcterms:created>
  <dcterms:modified xsi:type="dcterms:W3CDTF">2026-09-20T17:22:49Z</dcterms:modified>
</cp:coreProperties>
</file>