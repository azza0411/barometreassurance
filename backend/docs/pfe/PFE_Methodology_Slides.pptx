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project, two needs: CRISP-DM + Agile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journey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9536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0" y="1691640"/>
            <a:ext cx="1554480" cy="1005840"/>
          </a:xfrm>
          <a:prstGeom prst="chevron">
            <a:avLst/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9880" y="169164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>
            <a:off x="3771900" y="2743200"/>
            <a:ext cx="121158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3771900" y="2743200"/>
            <a:ext cx="267462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12180" y="2743200"/>
            <a:ext cx="43434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6012180" y="2743200"/>
            <a:ext cx="189738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2743200"/>
            <a:ext cx="34290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8252460" y="2743200"/>
            <a:ext cx="112014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2600" y="2743200"/>
            <a:ext cx="112014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0492740" y="2743200"/>
            <a:ext cx="342900" cy="1097280"/>
          </a:xfrm>
          <a:prstGeom prst="line">
            <a:avLst/>
          </a:prstGeom>
          <a:noFill/>
          <a:ln w="15875">
            <a:solidFill>
              <a:srgbClr val="8B8F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840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40434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2608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92608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Improve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840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40434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663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16636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Improve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3840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40434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0664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Improve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64040" y="3840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40434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4692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4692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Improve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5F6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" y="5843016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3" name="Text 41"/>
          <p:cNvSpPr/>
          <p:nvPr/>
        </p:nvSpPr>
        <p:spPr>
          <a:xfrm>
            <a:off x="118872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structures the data journey. </a:t>
            </a:r>
            <a:pPr indent="0" marL="0">
              <a:buNone/>
            </a:pPr>
            <a:r>
              <a:rPr lang="en-US" sz="1700" b="1" dirty="0">
                <a:solidFill>
                  <a:srgbClr val="26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structures the development process.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in Action — A Real Example per Phase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372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976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109408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976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re-key PDF figures for 24 companies × up to 11 years — they need numbers they can trust and trace.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276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880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312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6880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PDFs inspected: ATTIJARI’s balance sheet has 6 value columns, most others 4; Takaful PDFs add a “Notes” column.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180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1784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216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1784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with different layouts become one schema: canonical row/column dictionaries + OCR for Arabic and scanned pages.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372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76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408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976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= claims charges ÷ earned premiums; Takaful gets its own IFSB-based formulas.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1276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6880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312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6880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identities as checks (e.g. Net = Gross + Ceded); outliers flagged; 90/90 tests green.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6180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1784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9216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1784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double-click: standalone .exe + MySQL — no Python installation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in Action — One Real Iteration: Takaful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8300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2620" y="234086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1135228" y="2231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2620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extractor for Takaful statements (Participants’ Fund), separate from the conventional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92628" y="3337560"/>
            <a:ext cx="173736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4652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8972" y="234086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951580" y="2231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8972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real PDFs from 2018 to 2025; accounting identities used as automatic checks.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08980" y="3337560"/>
            <a:ext cx="173736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1004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5324" y="234086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7932" y="2231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75324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real error cases surfaced, e.g. note numbers contaminating a value, titles split over two pages.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25332" y="3337560"/>
            <a:ext cx="173736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7356" y="20116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1676" y="234086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9584284" y="2231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1676" y="2880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fixed and documented; 90/90 existing tests still green, no regression.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48640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5120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increment delivered: Takaful ratios and Participants’ Fund indicators — while moving through the CRISP-DM phases.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2026-09-20T15:17:46Z</dcterms:created>
  <dcterms:modified xsi:type="dcterms:W3CDTF">2026-09-20T15:17:46Z</dcterms:modified>
</cp:coreProperties>
</file>