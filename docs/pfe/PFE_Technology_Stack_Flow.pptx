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speech as the grid version: six groups following the data flow, ending with the Docker-to-executable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11109960" cy="9144"/>
          </a:xfrm>
          <a:prstGeom prst="line">
            <a:avLst/>
          </a:prstGeom>
          <a:noFill/>
          <a:ln w="31750">
            <a:solidFill>
              <a:srgbClr val="D3D5DB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3108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Extraction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 scraping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BeautifulSoup4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fetch and parse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PDF table extraction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scanned and Arabic pages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03120" y="2788920"/>
            <a:ext cx="9144" cy="713232"/>
          </a:xfrm>
          <a:prstGeom prst="line">
            <a:avLst/>
          </a:prstGeom>
          <a:noFill/>
          <a:ln w="19050">
            <a:solidFill>
              <a:srgbClr val="D3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3520440"/>
            <a:ext cx="457200" cy="457200"/>
          </a:xfrm>
          <a:prstGeom prst="ellipse">
            <a:avLst/>
          </a:prstGeom>
          <a:solidFill>
            <a:srgbClr val="FFE6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45182" y="45262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Export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cleaning and reshaping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Excel handling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99662" y="3977640"/>
            <a:ext cx="9144" cy="429768"/>
          </a:xfrm>
          <a:prstGeom prst="line">
            <a:avLst/>
          </a:prstGeom>
          <a:noFill/>
          <a:ln w="19050">
            <a:solidFill>
              <a:srgbClr val="D3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1062" y="3520440"/>
            <a:ext cx="457200" cy="457200"/>
          </a:xfrm>
          <a:prstGeom prst="ellipse">
            <a:avLst/>
          </a:prstGeom>
          <a:solidFill>
            <a:srgbClr val="FFE6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106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1725" y="178308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Backend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structured storage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 API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PDF generation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96205" y="2606040"/>
            <a:ext cx="9144" cy="896112"/>
          </a:xfrm>
          <a:prstGeom prst="line">
            <a:avLst/>
          </a:prstGeom>
          <a:noFill/>
          <a:ln w="19050">
            <a:solidFill>
              <a:srgbClr val="D3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7605" y="3520440"/>
            <a:ext cx="457200" cy="457200"/>
          </a:xfrm>
          <a:prstGeom prst="ellipse">
            <a:avLst/>
          </a:prstGeom>
          <a:solidFill>
            <a:srgbClr val="FFE6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7605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38267" y="45262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Machine Learning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answers and reports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XGBoost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forecasting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explainability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92747" y="3977640"/>
            <a:ext cx="9144" cy="429768"/>
          </a:xfrm>
          <a:prstGeom prst="line">
            <a:avLst/>
          </a:prstGeom>
          <a:noFill/>
          <a:ln w="19050">
            <a:solidFill>
              <a:srgbClr val="D3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4147" y="3520440"/>
            <a:ext cx="457200" cy="457200"/>
          </a:xfrm>
          <a:prstGeom prst="ellipse">
            <a:avLst/>
          </a:prstGeom>
          <a:solidFill>
            <a:srgbClr val="FFE6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4147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34810" y="178308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Visualization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UI library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 tool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ApexCharts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visualization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89290" y="2606040"/>
            <a:ext cx="9144" cy="896112"/>
          </a:xfrm>
          <a:prstGeom prst="line">
            <a:avLst/>
          </a:prstGeom>
          <a:noFill/>
          <a:ln w="19050">
            <a:solidFill>
              <a:srgbClr val="D3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0690" y="3520440"/>
            <a:ext cx="457200" cy="457200"/>
          </a:xfrm>
          <a:prstGeom prst="ellipse">
            <a:avLst/>
          </a:prstGeom>
          <a:solidFill>
            <a:srgbClr val="FFE6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069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31352" y="45262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Version Control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double-click executable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algn="ctr" indent="0" marL="0">
              <a:buNone/>
            </a:pPr>
            <a:r>
              <a:rPr lang="en-US" sz="12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 hosting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085832" y="3977640"/>
            <a:ext cx="9144" cy="429768"/>
          </a:xfrm>
          <a:prstGeom prst="line">
            <a:avLst/>
          </a:prstGeom>
          <a:noFill/>
          <a:ln w="19050">
            <a:solidFill>
              <a:srgbClr val="D3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57232" y="3520440"/>
            <a:ext cx="457200" cy="457200"/>
          </a:xfrm>
          <a:prstGeom prst="ellipse">
            <a:avLst/>
          </a:prstGeom>
          <a:solidFill>
            <a:srgbClr val="FFE6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5723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was used in an earlier phase; replaced by a standalone executable so that non-technical consultants can launch the platform with one double-click.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2026-09-20T18:28:58Z</dcterms:created>
  <dcterms:modified xsi:type="dcterms:W3CDTF">2026-09-20T18:28:58Z</dcterms:modified>
</cp:coreProperties>
</file>