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pieces work together, three points. First, the main path: the frontend calls the API, and the API reads and writes the database. For example, a click on Total assets, ATTIJARI 2024, returns 920.2 million dinars with its source page in the PDF. Second, the chatbot: a separate service reading a read-only copy of the data, so it never slows down the main API. Third, the background processes: a batch pipeline and a watcher, every 30 minutes, keep the database up to date and raise alerts. Simple path, separate chatbot, automatic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Components &amp;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11096"/>
            <a:ext cx="2560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29891"/>
            <a:ext cx="25603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:5173 → 80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18888" y="17830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911096"/>
            <a:ext cx="2560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18888" y="2329891"/>
            <a:ext cx="25603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:8002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05672" y="17830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05672" y="1911096"/>
            <a:ext cx="2560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05672" y="2329891"/>
            <a:ext cx="25603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:3306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308860"/>
            <a:ext cx="1344168" cy="9144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429000" y="194310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24928" y="2308860"/>
            <a:ext cx="1335024" cy="9144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24928" y="19431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2880360"/>
            <a:ext cx="9144" cy="777240"/>
          </a:xfrm>
          <a:prstGeom prst="line">
            <a:avLst/>
          </a:prstGeom>
          <a:noFill/>
          <a:ln w="25400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194560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70332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F0F0F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31336"/>
            <a:ext cx="2560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250131"/>
            <a:ext cx="25603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Groq · :5001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4229100"/>
            <a:ext cx="1344168" cy="9144"/>
          </a:xfrm>
          <a:prstGeom prst="line">
            <a:avLst/>
          </a:prstGeom>
          <a:noFill/>
          <a:ln w="25400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429000" y="386334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370332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F0F0F2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3831336"/>
            <a:ext cx="25603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copy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18888" y="4250131"/>
            <a:ext cx="25603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mirror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05672" y="370332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B9BC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05672" y="3831336"/>
            <a:ext cx="123444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05672" y="4250131"/>
            <a:ext cx="12344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131552" y="370332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B9BC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31552" y="3831336"/>
            <a:ext cx="123444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31552" y="4250131"/>
            <a:ext cx="12344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flipH="1" flipV="1">
            <a:off x="9034272" y="2880360"/>
            <a:ext cx="388620" cy="777240"/>
          </a:xfrm>
          <a:prstGeom prst="line">
            <a:avLst/>
          </a:prstGeom>
          <a:noFill/>
          <a:ln w="25400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748772" y="2880360"/>
            <a:ext cx="160020" cy="777240"/>
          </a:xfrm>
          <a:prstGeom prst="line">
            <a:avLst/>
          </a:prstGeom>
          <a:noFill/>
          <a:ln w="25400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805672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writes + alerts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" y="5468112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533095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</a:t>
            </a:r>
            <a:pPr indent="0" marL="0">
              <a:buNone/>
            </a:pPr>
            <a:r>
              <a:rPr lang="en-US" sz="14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“Total assets · ATTIJARI 2024” → API → MySQL → 920.2 M TND with its source page (PDF p.2).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one standalone executable (one double-click). MySQL, installed through XAMPP, is the only prerequisite.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2026-09-20T20:30:27Z</dcterms:created>
  <dcterms:modified xsi:type="dcterms:W3CDTF">2026-09-20T20:30:27Z</dcterms:modified>
</cp:coreProperties>
</file>