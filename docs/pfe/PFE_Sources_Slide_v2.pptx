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relies on eight sources, and I have grouped them by the kind of data they bring, which is how a BI model would classify them. First, company data: the CMF, the financial market council, publishes the annual financial statements of the insurers; this is the backbone of the platform, 131 documents from 2020 to 2025. Second, sector and market data: the insurers' federation, the insurance regulator, the national statistics institute and the Tunis stock exchange bring sector reports, macro statistics, market data and ESG reports. Third, news and watch: two press sources feed the news and regulatory watch. And fourth, one customer survey, imported from an Excel file. All of them converge in the collect stage: 212 documents are stored in MySQL from the five report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Sources, One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34290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03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of the insurers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MARKET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2037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statistics, market and ESG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WATCH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3524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2203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regulatory watch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149840" y="1600200"/>
            <a:ext cx="146304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37844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22037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study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29260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pic>
        <p:nvPicPr>
          <p:cNvPr id="22" name="Image 0" descr="C:/Users/HP/Desktop/SCRAPING/docs/scratch/source_logos/LogoC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414" y="3017520"/>
            <a:ext cx="1621331" cy="914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documents · 2020–2025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83280" y="27432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pic>
        <p:nvPicPr>
          <p:cNvPr id="25" name="Image 1" descr="C:/Users/HP/Desktop/SCRAPING/docs/scratch/source_logos/LogoFTU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874" y="2834640"/>
            <a:ext cx="570451" cy="5486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83280" y="35204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documents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349240" y="27432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pic>
        <p:nvPicPr>
          <p:cNvPr id="28" name="Image 2" descr="C:/Users/HP/Desktop/SCRAPING/docs/scratch/source_logos/LogoCG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865241"/>
            <a:ext cx="1417320" cy="48743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49240" y="35204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383280" y="384048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38328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3383280" y="46177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documents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349240" y="384048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34924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BVMT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5349240" y="46177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documents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726680" y="274320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72668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Magazine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7726680" y="3520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726680" y="384048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726680" y="3840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ilBoursa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7726680" y="4617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10287000" y="292608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0287000" y="29260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survey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10287000" y="4096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178308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6" name="Shape 41"/>
          <p:cNvSpPr/>
          <p:nvPr/>
        </p:nvSpPr>
        <p:spPr>
          <a:xfrm>
            <a:off x="521208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873252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1088136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9" name="Shape 4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484B54"/>
          </a:solidFill>
          <a:ln/>
        </p:spPr>
      </p:sp>
      <p:sp>
        <p:nvSpPr>
          <p:cNvPr id="50" name="Text 45"/>
          <p:cNvSpPr/>
          <p:nvPr/>
        </p:nvSpPr>
        <p:spPr>
          <a:xfrm>
            <a:off x="868680" y="5394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2000" dirty="0"/>
          </a:p>
        </p:txBody>
      </p:sp>
      <p:sp>
        <p:nvSpPr>
          <p:cNvPr id="51" name="Text 46"/>
          <p:cNvSpPr/>
          <p:nvPr/>
        </p:nvSpPr>
        <p:spPr>
          <a:xfrm>
            <a:off x="4572000" y="5394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pPr algn="r" indent="0" marL="0">
              <a:buNone/>
            </a:pPr>
            <a:r>
              <a:rPr lang="en-US" sz="14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documents in MySQL, from the 5 report sources</a:t>
            </a:r>
            <a:endParaRPr lang="en-US" sz="3000" dirty="0"/>
          </a:p>
        </p:txBody>
      </p:sp>
      <p:sp>
        <p:nvSpPr>
          <p:cNvPr id="52" name="Text 47"/>
          <p:cNvSpPr/>
          <p:nvPr/>
        </p:nvSpPr>
        <p:spPr>
          <a:xfrm>
            <a:off x="548640" y="6263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database, September 2026.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2026-09-21T14:36:17Z</dcterms:created>
  <dcterms:modified xsi:type="dcterms:W3CDTF">2026-09-21T14:36:17Z</dcterms:modified>
</cp:coreProperties>
</file>